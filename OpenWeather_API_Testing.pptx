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OpenWeather API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GitHub: tsailiting/OpenNetAPI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pytest to test OpenWeather API 2.5 &amp; Geocoding API</a:t>
            </a:r>
          </a:p>
          <a:p>
            <a:r>
              <a:t>Input city name to fetch and display weather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Query Tokyo weather</a:t>
            </a:r>
          </a:p>
          <a:p>
            <a:r>
              <a:t>- Query New York weather</a:t>
            </a:r>
          </a:p>
          <a:p>
            <a:r>
              <a:t>- Query invalid 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Weather Data API</a:t>
            </a:r>
          </a:p>
          <a:p>
            <a:r>
              <a:t>- Retrieve current weather data</a:t>
            </a:r>
          </a:p>
          <a:p>
            <a:r>
              <a:t>- Endpoint: https://api.openweathermap.org/data/2.5/weather?lat={lat}&amp;lon={lon}&amp;appid={API key}</a:t>
            </a:r>
          </a:p>
          <a:p>
            <a:r>
              <a:t>- Supports JSON, XML, HTML formats</a:t>
            </a:r>
          </a:p>
          <a:p/>
          <a:p>
            <a:r>
              <a:t>Geocoding API</a:t>
            </a:r>
          </a:p>
          <a:p>
            <a:r>
              <a:t>- Convert city name to latitude &amp; longitude</a:t>
            </a:r>
          </a:p>
          <a:p>
            <a:r>
              <a:t>- Endpoint: https://api.openweathermap.org/geo/1.0/direct?q={city}&amp;limit=1&amp;appid={API_KEY}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Cases:</a:t>
            </a:r>
          </a:p>
          <a:p>
            <a:r>
              <a:t>- HTTP 200: Successfully retrieved weather data</a:t>
            </a:r>
          </a:p>
          <a:p/>
          <a:p>
            <a:r>
              <a:t>Failure Cases:</a:t>
            </a:r>
          </a:p>
          <a:p>
            <a:r>
              <a:t>- HTTP 400: Invalid city name</a:t>
            </a:r>
          </a:p>
          <a:p/>
          <a:p>
            <a:r>
              <a:t>Command:</a:t>
            </a:r>
          </a:p>
          <a:p>
            <a:r>
              <a:t>pytest -s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Plan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- 60 requests per minute</a:t>
            </a:r>
          </a:p>
          <a:p>
            <a:r>
              <a:t>- 1,000,000 requests per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API Testing</a:t>
            </a:r>
          </a:p>
          <a:p>
            <a:r>
              <a:t>- Diverse data sources (satellites, radar, weather stations, etc.)</a:t>
            </a:r>
          </a:p>
          <a:p>
            <a:r>
              <a:t>- Supports multiple data formats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